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3167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0F0FA"/>
                </a:solidFill>
                <a:latin typeface="Inter"/>
              </a:defRPr>
            </a:pPr>
            <a:r>
              <a:t>KIKI Agent™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3167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B0B0CC"/>
                </a:solidFill>
                <a:latin typeface="Inter"/>
              </a:defRPr>
            </a:pPr>
            <a:r>
              <a:t>Autonomous LTV Campaign Execution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3167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5CFF"/>
                </a:solidFill>
                <a:latin typeface="Inter"/>
              </a:defRPr>
            </a:pPr>
            <a:r>
              <a:t>Investor-Ready Pitch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316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0B0CC"/>
                </a:solidFill>
                <a:latin typeface="Inter"/>
              </a:defRPr>
            </a:pPr>
            <a:r>
              <a:t>STOREGRILL INC LTD (Company No. 14581073) | 2026-10-17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