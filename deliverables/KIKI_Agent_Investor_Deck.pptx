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316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0F0FA"/>
                </a:solidFill>
                <a:latin typeface="Inter"/>
              </a:defRPr>
            </a:pPr>
            <a:r>
              <a:t>KIKI Agent™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316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0B0CC"/>
                </a:solidFill>
                <a:latin typeface="Inter"/>
              </a:defRPr>
            </a:pPr>
            <a:r>
              <a:t>Autonomous LTV Campaign Execution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316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5CFF"/>
                </a:solidFill>
                <a:latin typeface="Inter"/>
              </a:defRPr>
            </a:pPr>
            <a:r>
              <a:t>Investor-Ready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0B0CC"/>
                </a:solidFill>
                <a:latin typeface="Inter"/>
              </a:defRPr>
            </a:pPr>
            <a:r>
              <a:t>STOREGRILL INC LTD (Company No. 14581073) | 2026-10-17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A"/>
                </a:solidFill>
                <a:latin typeface="Inter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31673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Ad platforms optimize to raw conversion value, not predicted lifetime value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A $149 order can represent ~$639 in 90-day LTV — platforms don’t see it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Fraud/IVT contaminates signals before optimization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Multi-platform complexity exceeds manual optimization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Privacy shifts drive need for first-party server-side enrichment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A"/>
                </a:solidFill>
                <a:latin typeface="Inter"/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31673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Privacy changes → CAPI adoption is mandatory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Sub-100ms AI cost-effective at scale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Brands $50K+/mo need measurable ROAS/LTV alignment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Advantage+/PMax raise bar; cross-platform LTV control remains gap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First-party signal quality is strategic advantage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A"/>
                </a:solidFill>
                <a:latin typeface="Inter"/>
              </a:defRPr>
            </a:pPr>
            <a:r>
              <a:t>KIKI Solution (Code-Verified)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31673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Next.js 15, JWT auth, 42 dashboard pages, 102 API routes — implemented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Groq (fast) + Azure OpenAI (mini/standard) with fallback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6 agents: bidding, creative, pacing, signals, syncbrain, oaas — DB-backed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Bidding: execution path implemented with approval gating + audit logging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Honest metrics: real DB data; fabricated deltas removed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A"/>
                </a:solidFill>
                <a:latin typeface="Inter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31673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UI: Next.js 15, React 18, Tailwind, KDLS dark theme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API: REST + SSE (tenant-scoped), JWT with ?token support for EventSource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AI: Groq Llama 3.1, Azure GPT-4o-mini/4o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Data: PostgreSQL (prod) + better-sqlite3 (local), tenant-isolated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Infra: Azure Bicep, Container Apps, Kafka; connectors OAuth/CAPI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A"/>
                </a:solidFill>
                <a:latin typeface="Inter"/>
              </a:defRPr>
            </a:pPr>
            <a:r>
              <a:t>Differentiation &amp;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31673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LTV-enriched server-side signals change what algorithms learn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Cost-aware multi-model routing (SyncBrain) balances latency/cost/quality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Auditable agent actions + human approval for high-impact changes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Fraud blocked before enrichment (prevents model poisoning)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Revenue stacking: subscription + usage + OaaS + wallet/cards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Execution implemented; live verification against accounts pending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A"/>
                </a:solidFill>
                <a:latin typeface="Inter"/>
              </a:defRPr>
            </a:pPr>
            <a:r>
              <a:t>Market Opportunity (Bottom-Up)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31673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Beachhead: eComm/lead-gen $50K–$2M/mo ad spend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Pricing: Starter $690/mo, Growth $2000/mo, Enterprise custom (implemented)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OaaS: 1.35% management fee + 5% ROAS uplift (implemented in billing)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TAM/SAM/SOM require validation — not over-claimed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Expansion: Enterprise, agencies, multi-brand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A"/>
                </a:solidFill>
                <a:latin typeface="Inter"/>
              </a:defRPr>
            </a:pPr>
            <a:r>
              <a:t>Traction &amp; Validation (Truthful)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31673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208 tests pass (18 files), type-check/lint clean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0 un-allowed stub findings (102 pages+routes scanned)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No verified paying customers/pilots/measured lift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3–5 design partners, 8–12 week pilots, holdout tests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Success: ≥10% ROAS lift (stat sig), ≥80% pilot→paid (hypothesis)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Security: critical findings verified remediated in current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A"/>
                </a:solidFill>
                <a:latin typeface="Inter"/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31673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Beachhead: Shopify/WooCommerce brands $50K+/mo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Buyer: Head of Growth/CMO; Champion: Performance Marketing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Motion: Free trial → Pilot → Paid (annual)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Focus: measurable ROAS/LTV lift vs feature pitch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First 10–20 trusted customers critical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Founder-led + warm network + agency partnerships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A"/>
                </a:solidFill>
                <a:latin typeface="Inter"/>
              </a:defRPr>
            </a:pPr>
            <a:r>
              <a:t>Competition &amp;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31673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Signal/attr: Northbeam, Triple Whale, Rockerbox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Autonomous (integrated/free): Meta Advantage+, Google PMax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Objection "Why not Advantage+?" every sales cycle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Differentiator: cross-platform + LTV-optimized + auditable + multi-model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Single-platform optimizes own inventory; KIKI optimizes cross-platform LTV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Moat: trained LTV models + signal quality + auditability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A"/>
                </a:solidFill>
                <a:latin typeface="Inter"/>
              </a:defRPr>
            </a:pPr>
            <a:r>
              <a:t>Financial Model (Illustrative)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31673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Revenue: subscription + usage + OaaS; aligns with implementation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AI cost managed via cost-aware routing; track $/enriched signal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Infra baseline ~$1400–$1800/mo (README); scales with usage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No verified historical revenue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5-year projections from company docs — internal inconsistencies flagged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Key: gross margin, CAC payback, inference cost, churn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A"/>
                </a:solidFill>
                <a:latin typeface="Inter"/>
              </a:defRPr>
            </a:pPr>
            <a:r>
              <a:t>Roadmap &amp; Top Priority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31673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#1 Fix bidding: push bids via updateAdSet (bidAmount), not updateCampaign (dailyBudget)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0–3m: fix correctness bug, connector tests, live verification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3–6m: 3–5 pilots with holdouts, capture measured lift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6–12m: pilot→paid, cost optimization, harden prod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12–24m: agency, enterprise, SOC 2 progress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Gate: pilot success criteria before scaling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A"/>
                </a:solidFill>
                <a:latin typeface="Inter"/>
              </a:defRPr>
            </a:pPr>
            <a:r>
              <a:t>Risks, Mitigations &amp; Evidence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31673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Trust: approvals + audit trail + least privilege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Bidding correctness: bid→dailyBudget bug — fix + verify live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Connectors: implemented, unverified live — 1–2 first + integration tests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Willingness-to-pay: unverified — paid pilots with success criteria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AI cost: $/signal tracking + cost-aware routing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Compliance: SOC 2 in progress; GDPR/CCPA documented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A"/>
                </a:solidFill>
                <a:latin typeface="Inter"/>
              </a:defRPr>
            </a:pPr>
            <a:r>
              <a:t>Investment Proposition &amp;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31673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Exists: working codebase (208 tests, clean checks), real DB flows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Prove: paid pilots with measured ROAS/LTV lift vs holdout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Ask (docs): Pre-Seed £350K (Q3 2026), Seed £1.5M (Q3 2027) — SEIS-eligible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Use: engineering (connectors+tests), pilots, GTM, infra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Runway: 12–18 months; ops@kiki.ai</a:t>
            </a:r>
          </a:p>
          <a:p>
            <a:pPr>
              <a:spcAft>
                <a:spcPts val="800"/>
              </a:spcAft>
              <a:defRPr sz="1700">
                <a:solidFill>
                  <a:srgbClr val="B0B0CC"/>
                </a:solidFill>
                <a:latin typeface="Inter"/>
              </a:defRPr>
            </a:pPr>
            <a:r>
              <a:t>Thesis: LTV-enriched server-side + cost-aware AI + auditable agents — credible if validated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0"/>
            <a:ext cx="1316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0F0FA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0B0CC"/>
                </a:solidFill>
                <a:latin typeface="Inter"/>
              </a:defRPr>
            </a:pPr>
            <a:r>
              <a:t>KIKI Agent™ — Autonomous LTV Campaign Execution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